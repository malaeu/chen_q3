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Route B: как идея “real-zero approximants → Ξ” должна закрыть RH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Вводная лекция / сценарий на 10 слайдов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Главная идея: строим семейство функций F_j, у которых все нули уже вещественные.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Потом доказываем, что те же самые F_j сходятся к центрированной функции Ξ локально равномерно.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Тогда любой гипотетический off-line нуль Ξ становится невозможен по Rouché / Hurwitz.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Это не “перетаскивание” нуля на прямую, а запрет существования off-line нуля в пределе.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1. Что такое ξ и Ξ и почему мы смотрим именно на них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ζ(s) — дзета-функция Римана. RH утверждает: все её нетривиальные нули лежат на прямой Re(s)=1/2.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ξ(s) — симметризованная целая функция, построенная из ζ(s); у неё те же нетривиальные нули, но гораздо лучше аналитические свойства.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Удобно перейти к центрированной функции Ξ(z)=ξ(1/2+iz).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После этого RH переписывается так: все нули Ξ(z) вещественные.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645920"/>
            <a:ext cx="4389120" cy="1371600"/>
          </a:xfrm>
          <a:prstGeom prst="roundRect">
            <a:avLst/>
          </a:prstGeom>
          <a:solidFill>
            <a:srgbClr val="E6F0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Ξ(z) = ξ(1/2 + i z)</a:t>
            </a:r>
          </a:p>
          <a:p>
            <a:pPr algn="ctr">
              <a:defRPr sz="1600">
                <a:solidFill>
                  <a:srgbClr val="0066CC"/>
                </a:solidFill>
              </a:defRPr>
            </a:pPr>
            <a:r>
              <a:t>RH ⇔ все нули Ξ вещественны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2. Route B в одном предложении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377440"/>
            <a:ext cx="210312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Finite CCM</a:t>
            </a:r>
          </a:p>
          <a:p>
            <a:r>
              <a:t>ground states</a:t>
            </a:r>
          </a:p>
        </p:txBody>
      </p:sp>
      <p:sp>
        <p:nvSpPr>
          <p:cNvPr id="4" name="Chevron 3"/>
          <p:cNvSpPr/>
          <p:nvPr/>
        </p:nvSpPr>
        <p:spPr>
          <a:xfrm>
            <a:off x="2560320" y="2651760"/>
            <a:ext cx="457200" cy="548640"/>
          </a:xfrm>
          <a:prstGeom prst="chevron">
            <a:avLst/>
          </a:prstGeom>
          <a:solidFill>
            <a:srgbClr val="1E783C"/>
          </a:solidFill>
          <a:ln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0" y="2377440"/>
            <a:ext cx="210312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Real-zero</a:t>
            </a:r>
          </a:p>
          <a:p>
            <a:r>
              <a:t>approximants F_j</a:t>
            </a:r>
          </a:p>
        </p:txBody>
      </p:sp>
      <p:sp>
        <p:nvSpPr>
          <p:cNvPr id="6" name="Chevron 5"/>
          <p:cNvSpPr/>
          <p:nvPr/>
        </p:nvSpPr>
        <p:spPr>
          <a:xfrm>
            <a:off x="5303519" y="2651760"/>
            <a:ext cx="457200" cy="548640"/>
          </a:xfrm>
          <a:prstGeom prst="chevron">
            <a:avLst/>
          </a:prstGeom>
          <a:solidFill>
            <a:srgbClr val="1E783C"/>
          </a:solidFill>
          <a:ln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0" y="2377440"/>
            <a:ext cx="210312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Та же family</a:t>
            </a:r>
          </a:p>
          <a:p>
            <a:r>
              <a:t>сходится к Ξ</a:t>
            </a:r>
          </a:p>
        </p:txBody>
      </p:sp>
      <p:sp>
        <p:nvSpPr>
          <p:cNvPr id="8" name="Chevron 7"/>
          <p:cNvSpPr/>
          <p:nvPr/>
        </p:nvSpPr>
        <p:spPr>
          <a:xfrm>
            <a:off x="8046719" y="2651760"/>
            <a:ext cx="457200" cy="548640"/>
          </a:xfrm>
          <a:prstGeom prst="chevron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2377440"/>
            <a:ext cx="210312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Off-line нуль</a:t>
            </a:r>
          </a:p>
          <a:p>
            <a:r>
              <a:t>невозможен</a:t>
            </a:r>
          </a:p>
        </p:txBody>
      </p:sp>
      <p:sp>
        <p:nvSpPr>
          <p:cNvPr id="10" name="Chevron 9"/>
          <p:cNvSpPr/>
          <p:nvPr/>
        </p:nvSpPr>
        <p:spPr>
          <a:xfrm>
            <a:off x="10789919" y="2651760"/>
            <a:ext cx="457200" cy="548640"/>
          </a:xfrm>
          <a:prstGeom prst="chevron">
            <a:avLst/>
          </a:prstGeom>
          <a:solidFill>
            <a:srgbClr val="B42828"/>
          </a:solidFill>
          <a:ln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338560" y="2377440"/>
            <a:ext cx="109728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5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Ключевой запрет: real-zero property и convergence к Ξ должны относиться к одной и той же нормированной кофинальной последовательности.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3. Зачем вообще доказывать сходимость к 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Потому что реальные нули у конечных аппроксимантов сами по себе ничего не говорят о 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Нужен мост: именно те функции, у которых уже доказаны вещественные нули, должны приближать 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Только тогда геометрия нулей становится устойчивой в пределе.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Иначе получится две разные семьи: одна real-zero, другая сходится к Ξ — и RH из этого не следует.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297680"/>
            <a:ext cx="10515600" cy="1097280"/>
          </a:xfrm>
          <a:prstGeom prst="roundRect">
            <a:avLst/>
          </a:prstGeom>
          <a:solidFill>
            <a:srgbClr val="FFF5E6"/>
          </a:solidFill>
          <a:ln>
            <a:solidFill>
              <a:srgbClr val="C8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Самый опасный type mismatch: “family A имеет вещественные нули” + “family B сходится к Ξ” ≠ доказательство RH.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4. Zero-escape аргумент: почему off-line нуль становится невозможен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Предположим, что у Ξ есть нуль z₀ вне вещественной оси.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Берём маленький диск D вокруг z₀, не пересекающий вещественную ось.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На границе диска Ξ не обращается в нуль, значит минимальный модуль m_D &gt; 0.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Если F_j достаточно близки к Ξ на границе D, то по Rouché у F_j и Ξ одинаковое число нулей внутри D.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Но все нули F_j вещественные, значит внутри D у F_j нулей нет. Противоречие.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5. Какие ворота Route B должны быть закрыты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G1: построить настоящий finite CCM ground state с простотой, чётностью и контролем gap / residual.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G3: зафиксировать правильный prolate/Ferrers trial-object и всю его нормировку.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Same-family bridge: доказать, что finite ground family следует за trial family.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Trial → Ξ: доказать локально равномерную сходимость к Ξ для той же нормировки.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6. Что уже доказано, а что ещё условно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Уже на руках: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finite quadratic-form bridge: коэффициенты ↔ exact finite even-Legendre energy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finite-bottom nonnegativity / lower-shift bridge — как следующий finite variational слой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Ferrers/source transport и sign-lock reduction: positive Fourier phase сведена к знаку центра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2801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Ещё открыто: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p=0 zero-free через form-core / cutoff contradiction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p=2 exact zero count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χ₂ &lt; χ₀ и complete actual-mode package</a:t>
            </a:r>
          </a:p>
          <a:p>
            <a:pPr lvl="1">
              <a:defRPr sz="1500">
                <a:solidFill>
                  <a:srgbClr val="5A5A5A"/>
                </a:solidFill>
              </a:defRPr>
            </a:pPr>
            <a:r>
              <a:t>GroundStateToTrialSameFamilyBridge и full convergence to 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7. Кто что доказал: математика и наша логическая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Classical side: ξ и Ξ — стандартные объекты аналитической теории чисел; zero-stability опирается на Hurwitz / Rouché.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Connes / CCM side: real-zero approximants идут из самосопряжённого конечного спектрального объекта.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Наша задача в Route B: не “изобрести Ξ”, а source-locked связать finite operator, prolate/Ferrers trial и предельную функцию Ξ в одну доказательную цепь.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То есть главная работа — это не одна чудо-лемма, а точный same-family assembly.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8. Логика доказательства в одной картинке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1) Строим точные finite объекты, у которых нули уже вещественные.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2) Доказываем, что именно эти объекты, после правильной нормировки, приближают 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3) Любой off-line нуль Ξ вызвал бы off-line нули у достаточно хороших аппроксимантов.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4) Но у аппроксимантов off-line нулей нет. Противоречие.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5) Значит все нули Ξ вещественные, то есть RH истинна.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10058400" cy="914400"/>
          </a:xfrm>
          <a:prstGeom prst="roundRect">
            <a:avLst/>
          </a:prstGeom>
          <a:solidFill>
            <a:srgbClr val="ECF8EC"/>
          </a:solidFill>
          <a:ln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Главная интуиция: не “двигаем” нуль к линии, а строим такую жёсткую предельную машину, в которой off-line нулю вообще негде выжить.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9. Что делать дальше в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Шаг 1: kernel-check и repair по verdict-узлам, включая файл по Fourier-scalar sign.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Шаг 2: закрыть p=0 zero-free и вывести positivity центра / χ₀ &gt; 0.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Шаг 3: закрыть p=2 zero-count и actual-mode pair.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Шаг 4: добить G1 и same-family bridge: ground family → trial family → 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Шаг 5: запустить финальный zero-escape consumer.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414"/>
                </a:solidFill>
              </a:rPr>
              <a:t>10. Главный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1414"/>
                </a:solidFill>
              </a:defRPr>
            </a:pPr>
            <a:r>
              <a:t>Route B — это стратегия “real-zero approximants + same-family convergence + zero-escape”.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Её сила в том, что она атакует RH не через каждый нуль по отдельности, а через устойчивость всего zero-geometry в пределе.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Самая несущая теорема проекта: те же самые finite functions, у которых все нули вещественные, сходятся к Ξ.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t>Если этот мост полностью закрыт, оффлайн-нуль Ξ становится невозможен.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